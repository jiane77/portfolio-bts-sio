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88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CYBERSÉCURITÉ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2860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 OBJETS CONNECTÉS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22860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28600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Technologique</a:t>
            </a: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D33D10B-6B6C-4E79-9C31-3E4739CA099C}"/>
              </a:ext>
            </a:extLst>
          </p:cNvPr>
          <p:cNvSpPr/>
          <p:nvPr/>
        </p:nvSpPr>
        <p:spPr>
          <a:xfrm>
            <a:off x="242146" y="247227"/>
            <a:ext cx="1710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DJIHANE HAROUN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ce choix 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objets connectés sont partout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Caméras de surveillance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Montres connectées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Assistants vocaux (Alexa, Google Home)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Thermostats intelligents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Mais ils peuvent devenir des portes d'entrée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cyberattaques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 Actuel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Négligence des fabricants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Sécurité sacrifiée pour réduire les coûts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Mise sur le marché accélérée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Mots de passe par défaut faibles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Absence de mises à jour régulières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Chiffrement insuffisant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0" y="164592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54880" y="22860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 de données personnelles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Intrusion dans la vie privée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Utilisation pour des attaques DDoS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Espionnage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Prise de contrôle à distance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Solution : Security by Design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0891B2">
              <a:alpha val="9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1920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Concept clé</a:t>
            </a:r>
            <a:endParaRPr lang="en-US" sz="18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Intégrer la cybersécurité dès la conception des produits IoT,</a:t>
            </a:r>
            <a:endParaRPr lang="en-US" sz="18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non comme une réflexion après coup.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 des experts :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204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520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forte et mots de passe robustes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7647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7764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des communications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03250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403250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Mises à jour automatiques et régulières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88536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428853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de sécurité périodiques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44568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63040" y="454456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Minimisation des données collectées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 est concerné 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27432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Entreprises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Protection des données clients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Conformité RGPD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Réputation de la marque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1645920"/>
            <a:ext cx="27432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E74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645920"/>
            <a:ext cx="27432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Particuliers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 privée et données personnelles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661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Sécurité du domicile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Protection contre l'espionnage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1645920"/>
            <a:ext cx="27432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6B6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164592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Développeurs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Responsabilité technique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Bonnes pratiques de codage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Tests de sécurité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13" y="4800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383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cybersécurité concerne tout le monde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ET particuliers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essentiel d'appliquer les bonnes pratiques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protéger les </a:t>
            </a:r>
            <a:r>
              <a:rPr lang="en-US" sz="1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endParaRPr lang="en-US" sz="18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Security by Design est la voie à suivre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Intégrer la sécurité dès la conception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257</Words>
  <Application>Microsoft Office PowerPoint</Application>
  <PresentationFormat>Affichage à l'écran 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Cybersécurité des Objets Connectés (IoT)</dc:title>
  <dc:subject>PptxGenJS Presentation</dc:subject>
  <dc:creator>Veille Technologique</dc:creator>
  <cp:lastModifiedBy>Djihane HAROUN</cp:lastModifiedBy>
  <cp:revision>2</cp:revision>
  <dcterms:created xsi:type="dcterms:W3CDTF">2026-02-01T10:23:53Z</dcterms:created>
  <dcterms:modified xsi:type="dcterms:W3CDTF">2026-02-01T10:27:36Z</dcterms:modified>
</cp:coreProperties>
</file>