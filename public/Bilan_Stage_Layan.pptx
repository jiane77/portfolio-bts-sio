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7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4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4FBE"/>
                </a:solidFill>
              </a:rPr>
              <a:t>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00200" y="566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Layan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002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9260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D0CFFF"/>
                </a:solidFill>
              </a:rPr>
              <a:t>BILAN DE 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Dev Web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4C0FF"/>
                </a:solidFill>
              </a:rPr>
              <a:t>BTS SIO – Option SLAM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502920"/>
            <a:ext cx="4663440" cy="658368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53949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👤  Stagiaire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8046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HAROUN Djihane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1307592"/>
            <a:ext cx="4663440" cy="658368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3441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📋  N° candidat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16093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2544731400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06240" y="2112264"/>
            <a:ext cx="4663440" cy="658368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1488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📅  Période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4140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Mai – Juin 2025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2916936"/>
            <a:ext cx="4663440" cy="658368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95351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📍  Lieu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2186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Paris, France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06240" y="3721608"/>
            <a:ext cx="4663440" cy="658368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75818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⏱  Durée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4023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 semaines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0" y="4617720"/>
            <a:ext cx="4754880" cy="4114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617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layan.eu  •  Paris  •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</a:rPr>
              <a:t>🏢  L'ENTREPRISE – LAYAN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4114800" cy="3008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51560"/>
            <a:ext cx="4297680" cy="749808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51560"/>
            <a:ext cx="54864" cy="74980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BE"/>
                </a:solidFill>
              </a:rPr>
              <a:t>🎯 Secteur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3990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Solutions SaaS de recrutement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947672"/>
            <a:ext cx="4297680" cy="749808"/>
          </a:xfrm>
          <a:prstGeom prst="rect">
            <a:avLst/>
          </a:prstGeom>
          <a:solidFill>
            <a:srgbClr val="F9F9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947672"/>
            <a:ext cx="54864" cy="74980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93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BE"/>
                </a:solidFill>
              </a:rPr>
              <a:t>🤖 Produit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2951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Plateforme IA pour gérer les candidatures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2843784"/>
            <a:ext cx="4297680" cy="749808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843784"/>
            <a:ext cx="54864" cy="74980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8895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BE"/>
                </a:solidFill>
              </a:rPr>
              <a:t>👥 Méthode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1912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Agile – réunions d'équipe hebdomadaires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" y="3739896"/>
            <a:ext cx="4297680" cy="749808"/>
          </a:xfrm>
          <a:prstGeom prst="rect">
            <a:avLst/>
          </a:prstGeom>
          <a:solidFill>
            <a:srgbClr val="F9F9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739896"/>
            <a:ext cx="54864" cy="749808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856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BE"/>
                </a:solidFill>
              </a:rPr>
              <a:t>🌍 Présence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40873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France – startup tech en croissance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0F0E2A"/>
          </a:solidFill>
          <a:ln w="12700">
            <a:solidFill>
              <a:srgbClr val="0F0E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Layan aide les entreprises à recruter plus vite grâce à l'intelligence artificielle.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2F9E"/>
          </a:solidFill>
          <a:ln w="12700">
            <a:solidFill>
              <a:srgbClr val="3B2F9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📥  MISSION 1 – Page de téléchargement de guide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99032"/>
            <a:ext cx="3840480" cy="3017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285" y="1403062"/>
            <a:ext cx="1371600" cy="3017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1005840"/>
            <a:ext cx="3063240" cy="50292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1005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🛠  Technologies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852160" y="1554480"/>
            <a:ext cx="3063240" cy="384048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15727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0E2A"/>
                </a:solidFill>
              </a:rPr>
              <a:t>▸  PHP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52160" y="1993392"/>
            <a:ext cx="3063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35040" y="2011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0E2A"/>
                </a:solidFill>
              </a:rPr>
              <a:t>▸  Symfony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0" y="2432304"/>
            <a:ext cx="3063240" cy="384048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0" y="24505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0E2A"/>
                </a:solidFill>
              </a:rPr>
              <a:t>▸  Twig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2871216"/>
            <a:ext cx="3063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35040" y="28895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0E2A"/>
                </a:solidFill>
              </a:rPr>
              <a:t>▸  Bootstrap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52160" y="3310128"/>
            <a:ext cx="3063240" cy="384048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35040" y="33284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0E2A"/>
                </a:solidFill>
              </a:rPr>
              <a:t>▸  Envoi e-mails + PDF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852160" y="3840480"/>
            <a:ext cx="30632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52160" y="3840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Compétences validées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852160" y="4297680"/>
            <a:ext cx="306324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 19"/>
          <p:cNvSpPr/>
          <p:nvPr/>
        </p:nvSpPr>
        <p:spPr>
          <a:xfrm>
            <a:off x="5943600" y="43159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✓  B3 – Présence en ligne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852160" y="4572000"/>
            <a:ext cx="306324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3600" y="459028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✓  B5 – Mise à disposition service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852160" y="4846320"/>
            <a:ext cx="306324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43600" y="486460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✓  B4 – Mode projet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2F9E"/>
          </a:solidFill>
          <a:ln w="12700">
            <a:solidFill>
              <a:srgbClr val="3B2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📝  MISSION 2 – Blog d'articles avec YAML &amp; SEO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937760" cy="2011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08960"/>
            <a:ext cx="4937760" cy="1645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40680" y="1005840"/>
            <a:ext cx="3474720" cy="4572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4068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Missions réalisées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40680" y="1508760"/>
            <a:ext cx="3474720" cy="420624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77840" y="15453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▸  Gestion du contenu via YAML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40680" y="1984248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77840" y="20208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▸  SEO : titres, méta, structure URL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40680" y="2459736"/>
            <a:ext cx="3474720" cy="420624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77840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▸  Templates Twig personnalisés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2935224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77840" y="29718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▸  Interfaces CSS Flexbox + Bootstrap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40680" y="3410712"/>
            <a:ext cx="3474720" cy="420624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34472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2A"/>
                </a:solidFill>
              </a:rPr>
              <a:t>▸  Carousel dynamique (Bootstrap + PHP)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40680" y="4069080"/>
            <a:ext cx="3474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40680" y="4069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Compétences validées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4498848"/>
            <a:ext cx="347472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32120" y="45171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 B3 – Présence en ligne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40680" y="4791456"/>
            <a:ext cx="3474720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32120" y="48097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 B6 – Développement professionnel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2F9E"/>
          </a:solidFill>
          <a:ln w="12700">
            <a:solidFill>
              <a:srgbClr val="3B2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  MISSION 3 – Carousel de logos &amp; Design Responsive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788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2788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822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77"/>
                </a:solidFill>
              </a:rPr>
              <a:t>Carousel de logos clients – layan.eu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4133088"/>
            <a:ext cx="4114800" cy="822960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4133088"/>
            <a:ext cx="54864" cy="82296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BE"/>
                </a:solidFill>
              </a:rPr>
              <a:t>🎠  Carousel dynamique de logos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43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0E2A"/>
                </a:solidFill>
              </a:rPr>
              <a:t>Intégration Bootstrap + PHP · défilement automatique · logos clients réels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4133088"/>
            <a:ext cx="4114800" cy="822960"/>
          </a:xfrm>
          <a:prstGeom prst="rect">
            <a:avLst/>
          </a:prstGeom>
          <a:solidFill>
            <a:srgbClr val="EFF8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4133088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📱  Design Responsive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4443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0E2A"/>
                </a:solidFill>
              </a:rPr>
              <a:t>Adaptation mobile/tablette · CSS Flexbox · Breakpoints Bootstrap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  APERÇU DES RÉALISATIONS – Interface Layan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8BFA"/>
                </a:solidFill>
              </a:rPr>
              <a:t>Page Blog – layan.eu/blog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11880"/>
            <a:ext cx="4206240" cy="132588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611880"/>
            <a:ext cx="4206240" cy="1325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" y="491947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BB"/>
                </a:solidFill>
              </a:rPr>
              <a:t>Navigation &amp; sidebar article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663440" y="491947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BB"/>
                </a:solidFill>
              </a:rPr>
              <a:t>Article individuel – vue complète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</a:rPr>
              <a:t>📋  COMPÉTENCES BTS SIO VALIDÉES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9264"/>
            <a:ext cx="8778240" cy="640080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9264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9264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Gérer le patrimoine informatique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Config Symfony, YAML, environnements dev/prod, gestion des droits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060704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607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1664208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664208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66420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Répondre aux demandes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1993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Correction de bugs, formulaire e-mails, retours équipe traités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755648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556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" y="2359152"/>
            <a:ext cx="8778240" cy="640080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359152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35915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Développer la présence en ligne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2688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Blog SEO, page guide, carousel logos, design responsive mobile/tablette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450592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505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2880" y="3054096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054096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54096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97280" y="3099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Travailler en mode projet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3383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Méthode Agile, réunions hebdomadaires, suivi des sprints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3145536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14553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2880" y="3749040"/>
            <a:ext cx="8778240" cy="640080"/>
          </a:xfrm>
          <a:prstGeom prst="rect">
            <a:avLst/>
          </a:prstGeom>
          <a:solidFill>
            <a:srgbClr val="EEF0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3749040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7490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9728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Mettre à disposition un service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97280" y="40782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Déploiement pages, tests intégration, envoi auto e-mails + PDF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8404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82880" y="4443984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0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4443984"/>
            <a:ext cx="777240" cy="64008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443984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B6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97280" y="4489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E2A"/>
                </a:solidFill>
              </a:rPr>
              <a:t>Développement professionnel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97280" y="4773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77"/>
                </a:solidFill>
              </a:rPr>
              <a:t>Montée en compétences : Symfony, Twig, Bootstrap, Responsive design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4535424"/>
            <a:ext cx="23774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53542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✅  VALIDÉE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🎓  BILAN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96012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Compétences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techniques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29968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29968"/>
            <a:ext cx="54864" cy="420624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482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Symfony &amp; PHP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05456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05456"/>
            <a:ext cx="54864" cy="420624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2374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Twig templating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80944"/>
            <a:ext cx="54864" cy="420624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92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Responsive design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56432"/>
            <a:ext cx="54864" cy="420624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74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Carousel Bootstrap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7432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Compétences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métier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2029968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029968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0482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Méthode Agile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2505456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505456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2374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Gestion YAML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0" y="2980944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980944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992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Envoi auto e-mails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3456432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456432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474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Tests &amp; déploiement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2743200" cy="9601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Apports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personnels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2029968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029968"/>
            <a:ext cx="54864" cy="4206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04825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Autonomie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2505456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2505456"/>
            <a:ext cx="54864" cy="4206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52374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Travail en équipe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2980944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2980944"/>
            <a:ext cx="54864" cy="4206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9992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Montée en compétence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26480" y="3456432"/>
            <a:ext cx="2743200" cy="420624"/>
          </a:xfrm>
          <a:prstGeom prst="rect">
            <a:avLst/>
          </a:prstGeom>
          <a:solidFill>
            <a:srgbClr val="1A1940"/>
          </a:solidFill>
          <a:ln w="12700">
            <a:solidFill>
              <a:srgbClr val="2E2C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456432"/>
            <a:ext cx="54864" cy="4206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474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DFFF"/>
                </a:solidFill>
              </a:rPr>
              <a:t>Portfolio enrichi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1A19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4041648"/>
            <a:ext cx="73152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087368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D0CFFF"/>
                </a:solidFill>
              </a:rPr>
              <a:t>Ce stage chez Layan m'a permis de mettre en pratique les 6 blocs de compétences BTS SIO SLAM dans un contexte professionnel réel : développement Symfony/Twig, SEO, méthode Agile et déploiement. Toutes les compétences du référentiel ont été mobilisées et validées.</a:t>
            </a:r>
            <a:endParaRPr lang="en-US" sz="1300" b="1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CC"/>
                </a:solidFill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497</Words>
  <Application>Microsoft Office PowerPoint</Application>
  <PresentationFormat>Affichage à l'écran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Stage – Layan</dc:title>
  <dc:subject>PptxGenJS Presentation</dc:subject>
  <dc:creator>PptxGenJS</dc:creator>
  <cp:lastModifiedBy>Djihane HAROUN</cp:lastModifiedBy>
  <cp:revision>2</cp:revision>
  <dcterms:created xsi:type="dcterms:W3CDTF">2026-05-05T11:12:34Z</dcterms:created>
  <dcterms:modified xsi:type="dcterms:W3CDTF">2026-05-05T11:18:54Z</dcterms:modified>
</cp:coreProperties>
</file>